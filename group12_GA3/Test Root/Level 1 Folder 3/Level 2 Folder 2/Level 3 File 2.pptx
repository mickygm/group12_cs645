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webp" ContentType="image/webp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48" r:id="rId5"/>
  </p:sldMasterIdLst>
  <p:sldIdLst>
    <p:sldId id="256" r:id="rId6"/>
  </p:sldIdLst>
  <p:sldSz cx="12192000" cy="6858000"/>
  <p:notesSz cx="6858000" cy="12192000"/>
  <p:defaultTextStyle>
    <a:lvl1pPr marL="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1pPr>
    <a:lvl2pPr marL="457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2pPr>
    <a:lvl3pPr marL="914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3pPr>
    <a:lvl4pPr marL="1371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4pPr>
    <a:lvl5pPr marL="18288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5pPr>
    <a:lvl6pPr marL="22860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6pPr>
    <a:lvl7pPr marL="2743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7pPr>
    <a:lvl8pPr marL="3200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8pPr>
    <a:lvl9pPr marL="3657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45095647" val="1224" revOS="4"/>
      <pr:smFileRevision xmlns:pr="smNativeData" xmlns="smNativeData" dt="1745095647" val="101"/>
      <pr:guideOptions xmlns:pr="smNativeData" xmlns="smNativeData" dt="1745095647" snapToGrid="1" snapToBorders="1" snapToGuide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Objects="1" showGuides="1">
      <p:cViewPr varScale="1">
        <p:scale>
          <a:sx n="80" d="100"/>
          <a:sy n="80" d="100"/>
        </p:scale>
        <p:origin x="802" y="215"/>
      </p:cViewPr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15" d="100"/>
        <a:sy n="15" d="100"/>
      </p:scale>
      <p:origin x="0" y="0"/>
    </p:cViewPr>
  </p:sorterViewPr>
  <p:notesViewPr>
    <p:cSldViewPr snapToObjects="1" showGuides="1">
      <p:cViewPr>
        <p:scale>
          <a:sx n="80" d="100"/>
          <a:sy n="80" d="100"/>
        </p:scale>
        <p:origin x="802" y="215"/>
      </p:cViewPr>
    </p:cSldViewPr>
  </p:notesViewPr>
  <p:gridSpacing cx="73477120" cy="7347712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/Relationship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UAABoNAABgRQAAJhYAABAAAAAmAAAACAAAAAEAAAAAAAAA"/>
              </a:ext>
            </a:extLst>
          </p:cNvSpPr>
          <p:nvPr>
            <p:ph type="ctrTitle"/>
          </p:nvPr>
        </p:nvSpPr>
        <p:spPr>
          <a:xfrm>
            <a:off x="914400" y="2129790"/>
            <a:ext cx="10363200" cy="1470660"/>
          </a:xfrm>
        </p:spPr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Subtitle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QAsAAOgXAADAPwAAsCIAABAAAAAmAAAACAAAAAGAAAAAAAAA"/>
              </a:ext>
            </a:extLst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/>
            <a:r>
              <a:t>Click to edit Master subtitle style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169780AF-E1FB-C276-B52F-1723CE614342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697B702-4CFB-C241-B52F-BA14F96143EF}" type="slidenum">
              <a:t/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1697A3C9-87FB-C255-B52F-7100ED614324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697C5E1-AFFB-C233-B52F-59668B61430C}" type="slidenum">
              <a:t/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QUAABwbAACtRQAAfSMAABAAAAAmAAAACAAAAIGAAAAAAAAA"/>
              </a:ext>
            </a:extLst>
          </p:cNvSpPr>
          <p:nvPr>
            <p:ph type="title"/>
          </p:nvPr>
        </p:nvSpPr>
        <p:spPr>
          <a:xfrm>
            <a:off x="963295" y="4406900"/>
            <a:ext cx="10363200" cy="1362075"/>
          </a:xfrm>
        </p:spPr>
        <p:txBody>
          <a:bodyPr vert="horz" wrap="square" numCol="1" spcCol="215900" anchor="t">
            <a:prstTxWarp prst="textNoShape">
              <a:avLst/>
            </a:prstTxWarp>
          </a:bodyPr>
          <a:lstStyle>
            <a:lvl1pPr algn="l">
              <a:defRPr sz="4000" b="1" cap="all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QUAAOERAACtRQAAHBsAABAAAAAmAAAACAAAAIGAAAAAAAAA"/>
              </a:ext>
            </a:extLst>
          </p:cNvSpPr>
          <p:nvPr>
            <p:ph idx="1"/>
          </p:nvPr>
        </p:nvSpPr>
        <p:spPr>
          <a:xfrm>
            <a:off x="963295" y="2906395"/>
            <a:ext cx="10363200" cy="1500505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000" cap="none"/>
            </a:lvl1pPr>
            <a:lvl2pPr marL="457200" indent="0">
              <a:buNone/>
              <a:defRPr sz="1800" cap="none"/>
            </a:lvl2pPr>
            <a:lvl3pPr marL="914400" indent="0">
              <a:buNone/>
              <a:defRPr sz="1600" cap="none"/>
            </a:lvl3pPr>
            <a:lvl4pPr marL="1371600" indent="0">
              <a:buNone/>
              <a:defRPr sz="1400" cap="none"/>
            </a:lvl4pPr>
            <a:lvl5pPr marL="1828800" indent="0">
              <a:buNone/>
              <a:defRPr sz="1400" cap="none"/>
            </a:lvl5pPr>
            <a:lvl6pPr marL="2286000" indent="0">
              <a:buNone/>
              <a:defRPr sz="1400" cap="none"/>
            </a:lvl6pPr>
            <a:lvl7pPr marL="2743200" indent="0">
              <a:buNone/>
              <a:defRPr sz="1400" cap="none"/>
            </a:lvl7pPr>
            <a:lvl8pPr marL="3200400" indent="0">
              <a:buNone/>
              <a:defRPr sz="1400" cap="none"/>
            </a:lvl8pPr>
            <a:lvl9pPr marL="3657600" indent="0">
              <a:buNone/>
              <a:defRPr sz="14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1697F5FD-B3FB-C203-B52F-4556BB614310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697C2CC-82FB-C234-B52F-74618C614321}" type="slidenum">
              <a:t/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ColTx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DhJAAAsCUAABAAAAAmAAAACAAAAAGAAAAAAAAA"/>
              </a:ext>
            </a:extLst>
          </p:cNvSpPr>
          <p:nvPr>
            <p:ph idx="1"/>
          </p:nvPr>
        </p:nvSpPr>
        <p:spPr>
          <a:xfrm>
            <a:off x="609600" y="1600200"/>
            <a:ext cx="5385435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yYAANgJAABARwAAsCUAABAAAAAmAAAACAAAAAGAAAAAAAAA"/>
              </a:ext>
            </a:extLst>
          </p:cNvSpPr>
          <p:nvPr>
            <p:ph idx="2"/>
          </p:nvPr>
        </p:nvSpPr>
        <p:spPr>
          <a:xfrm>
            <a:off x="6196965" y="1600200"/>
            <a:ext cx="5385435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1697EB39-77FB-C21D-B52F-8148A56143D4}" type="datetime1">
              <a:t/>
            </a:fld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697DCC4-8AFB-C22A-B52F-7C7F92614329}" type="slidenum">
              <a:t/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3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HEJAADjJAAAYQ0AABAAAAAmAAAACAAAAIGAAAAAAAAA"/>
              </a:ext>
            </a:extLst>
          </p:cNvSpPr>
          <p:nvPr>
            <p:ph idx="1"/>
          </p:nvPr>
        </p:nvSpPr>
        <p:spPr>
          <a:xfrm>
            <a:off x="609600" y="1534795"/>
            <a:ext cx="5386705" cy="64008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GENAADjJAAAsCUAABAAAAAmAAAACAAAAAGAAAAAAAAA"/>
              </a:ext>
            </a:extLst>
          </p:cNvSpPr>
          <p:nvPr>
            <p:ph idx="2"/>
          </p:nvPr>
        </p:nvSpPr>
        <p:spPr>
          <a:xfrm>
            <a:off x="609600" y="2174875"/>
            <a:ext cx="5386705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SlideText2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SYAAHEJAABARwAAYQ0AABAAAAAmAAAACAAAAIGAAAAAAAAA"/>
              </a:ext>
            </a:extLst>
          </p:cNvSpPr>
          <p:nvPr>
            <p:ph idx="3"/>
          </p:nvPr>
        </p:nvSpPr>
        <p:spPr>
          <a:xfrm>
            <a:off x="6195695" y="1534795"/>
            <a:ext cx="5386705" cy="64008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6" name="SlideText4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SYAAGENAABARwAAsCUAABAAAAAmAAAACAAAAAGAAAAAAAAA"/>
              </a:ext>
            </a:extLst>
          </p:cNvSpPr>
          <p:nvPr>
            <p:ph idx="4"/>
          </p:nvPr>
        </p:nvSpPr>
        <p:spPr>
          <a:xfrm>
            <a:off x="6195695" y="2174875"/>
            <a:ext cx="5386705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Time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16979855-1BFB-C26E-B52F-ED3BD66143B8}" type="datetime1">
              <a:t/>
            </a:fld>
          </a:p>
        </p:txBody>
      </p:sp>
      <p:sp>
        <p:nvSpPr>
          <p:cNvPr id="8" name="Footer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9" name="SlideNumber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697B33D-73FB-C245-B52F-8510FD6143D0}" type="slidenum">
              <a:t/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DateTime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1697B2F1-BFFB-C244-B52F-4911FC61431C}" type="datetime1">
              <a:t/>
            </a:fld>
          </a:p>
        </p:txBody>
      </p:sp>
      <p:sp>
        <p:nvSpPr>
          <p:cNvPr id="4" name="Footer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5" name="SlideNumber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697E9A4-EAFB-C21F-B52F-1C4AA7614349}" type="slidenum">
              <a:t/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Time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1697B713-5DFB-C241-B52F-AB14F96143FE}" type="datetime1">
              <a:t/>
            </a:fld>
          </a:p>
        </p:txBody>
      </p:sp>
      <p:sp>
        <p:nvSpPr>
          <p:cNvPr id="3" name="Footer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4" name="SlideNumber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697C4DD-93FB-C232-B52F-65678A614330}" type="slidenum">
              <a:t/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4BAABtHAAA1AgAABAAAAAmAAAACAAAAIGAAAAAAAAA"/>
              </a:ext>
            </a:extLst>
          </p:cNvSpPr>
          <p:nvPr>
            <p:ph type="title"/>
          </p:nvPr>
        </p:nvSpPr>
        <p:spPr>
          <a:xfrm>
            <a:off x="609600" y="273050"/>
            <a:ext cx="4011295" cy="116205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0AAK4BAABARwAAsCUAABAAAAAmAAAACAAAAAGAAAAAAAAA"/>
              </a:ext>
            </a:extLst>
          </p:cNvSpPr>
          <p:nvPr>
            <p:ph idx="1"/>
          </p:nvPr>
        </p:nvSpPr>
        <p:spPr>
          <a:xfrm>
            <a:off x="4766945" y="273050"/>
            <a:ext cx="6815455" cy="5853430"/>
          </a:xfrm>
        </p:spPr>
        <p:txBody>
          <a:bodyPr/>
          <a:lstStyle>
            <a:lvl1pPr>
              <a:defRPr sz="3200" cap="none"/>
            </a:lvl1pPr>
            <a:lvl2pPr>
              <a:defRPr sz="2800" cap="none"/>
            </a:lvl2pPr>
            <a:lvl3pPr>
              <a:defRPr sz="2400" cap="none"/>
            </a:lvl3pPr>
            <a:lvl4pPr>
              <a:defRPr sz="2000" cap="none"/>
            </a:lvl4pPr>
            <a:lvl5pPr>
              <a:defRPr sz="2000" cap="none"/>
            </a:lvl5pPr>
            <a:lvl6pPr>
              <a:defRPr sz="2000" cap="none"/>
            </a:lvl6pPr>
            <a:lvl7pPr>
              <a:defRPr sz="2000" cap="none"/>
            </a:lvl7pPr>
            <a:lvl8pPr>
              <a:defRPr sz="2000" cap="none"/>
            </a:lvl8pPr>
            <a:lvl9pPr>
              <a:defRPr sz="20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QIAABtHAAAsCUAABAAAAAmAAAACAAAAAGAAAAAAAAA"/>
              </a:ext>
            </a:extLst>
          </p:cNvSpPr>
          <p:nvPr>
            <p:ph idx="2"/>
          </p:nvPr>
        </p:nvSpPr>
        <p:spPr>
          <a:xfrm>
            <a:off x="609600" y="1435100"/>
            <a:ext cx="4011295" cy="46913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1697A73F-71FB-C251-B52F-8704E96143D2}" type="datetime1">
              <a:t/>
            </a:fld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NwY0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697FA97-D9FB-C20C-B52F-2F59B461437A}" type="slidenum">
              <a:t/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w4AAIgdAACzOwAABCEAABAAAAAmAAAACAAAAIGAAAAAAAAA"/>
              </a:ext>
            </a:extLst>
          </p:cNvSpPr>
          <p:nvPr>
            <p:ph type="title"/>
          </p:nvPr>
        </p:nvSpPr>
        <p:spPr>
          <a:xfrm>
            <a:off x="2389505" y="4800600"/>
            <a:ext cx="7315200" cy="56642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w4AAMYDAACzOwAAFh0AABAAAAAmAAAACAAAAAGAAAAAAAAA"/>
              </a:ext>
            </a:extLst>
          </p:cNvSpPr>
          <p:nvPr>
            <p:ph idx="1"/>
          </p:nvPr>
        </p:nvSpPr>
        <p:spPr>
          <a:xfrm>
            <a:off x="2389505" y="613410"/>
            <a:ext cx="7315200" cy="4114800"/>
          </a:xfrm>
        </p:spPr>
        <p:txBody>
          <a:bodyPr/>
          <a:lstStyle>
            <a:lvl1pPr marL="0" indent="0">
              <a:buNone/>
              <a:defRPr sz="3200" cap="none"/>
            </a:lvl1pPr>
            <a:lvl2pPr marL="457200" indent="0">
              <a:buNone/>
              <a:defRPr sz="2800" cap="none"/>
            </a:lvl2pPr>
            <a:lvl3pPr marL="914400" indent="0">
              <a:buNone/>
              <a:defRPr sz="2400" cap="none"/>
            </a:lvl3pPr>
            <a:lvl4pPr marL="1371600" indent="0">
              <a:buNone/>
              <a:defRPr sz="2000" cap="none"/>
            </a:lvl4pPr>
            <a:lvl5pPr marL="1828800" indent="0">
              <a:buNone/>
              <a:defRPr sz="2000" cap="none"/>
            </a:lvl5pPr>
            <a:lvl6pPr marL="2286000" indent="0">
              <a:buNone/>
              <a:defRPr sz="2000" cap="none"/>
            </a:lvl6pPr>
            <a:lvl7pPr marL="2743200" indent="0">
              <a:buNone/>
              <a:defRPr sz="2000" cap="none"/>
            </a:lvl7pPr>
            <a:lvl8pPr marL="3200400" indent="0">
              <a:buNone/>
              <a:defRPr sz="2000" cap="none"/>
            </a:lvl8pPr>
            <a:lvl9pPr marL="3657600" indent="0">
              <a:buNone/>
              <a:defRPr sz="20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w4AAAQhAACzOwAA+CUAABAAAAAmAAAACAAAAAGAAAAAAAAA"/>
              </a:ext>
            </a:extLst>
          </p:cNvSpPr>
          <p:nvPr>
            <p:ph idx="2"/>
          </p:nvPr>
        </p:nvSpPr>
        <p:spPr>
          <a:xfrm>
            <a:off x="2389505" y="5367020"/>
            <a:ext cx="7315200" cy="8051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1697AD1F-51FB-C25B-B52F-A70EE36143F2}" type="datetime1">
              <a:t/>
            </a:fld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697CCE4-AAFB-C23A-B52F-5C6F82614309}" type="slidenum">
              <a:t/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49Ij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A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IAAAAAAAAA"/>
              </a:ext>
            </a:extLst>
          </p:cNvSpPr>
          <p:nvPr>
            <p:ph idx="1"/>
          </p:nvPr>
        </p:nvSpPr>
        <p:spPr/>
        <p:txBody>
          <a:bodyPr vert="vert" wrap="square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1697F98E-C0FB-C20F-B52F-365AB7614363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E6c3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69791A6-E8FB-C267-B52F-1E32DF61434B}" type="slidenum">
              <a:t/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C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DYAALABAABARwAAsCUAABAAAAAmAAAACAAAAIMAAAAAAAAA"/>
              </a:ext>
            </a:extLst>
          </p:cNvSpPr>
          <p:nvPr>
            <p:ph type="title"/>
          </p:nvPr>
        </p:nvSpPr>
        <p:spPr>
          <a:xfrm>
            <a:off x="8839200" y="274320"/>
            <a:ext cx="2743200" cy="5852160"/>
          </a:xfrm>
        </p:spPr>
        <p:txBody>
          <a:bodyPr vert="vert" wrap="square" numCol="1" spcCol="215900" anchor="b">
            <a:prstTxWarp prst="textNoShape">
              <a:avLst/>
            </a:prstTxWarp>
          </a:bodyPr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A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AfNQAAsCUAABAAAAAmAAAACAAAAAMAAAAAAAAA"/>
              </a:ext>
            </a:extLst>
          </p:cNvSpPr>
          <p:nvPr>
            <p:ph idx="1"/>
          </p:nvPr>
        </p:nvSpPr>
        <p:spPr>
          <a:xfrm>
            <a:off x="609600" y="274320"/>
            <a:ext cx="8025765" cy="5852160"/>
          </a:xfrm>
        </p:spPr>
        <p:txBody>
          <a:bodyPr vert="vert" wrap="square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169785A4-EAFB-C273-B52F-1C26CB614349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697D24D-03FB-C224-B52F-F5719C6143A0}" type="slidenum">
              <a:t/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 name="Default desig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P//////////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P//////////"/>
              </a:ext>
            </a:extLst>
          </p:cNvSpPr>
          <p:nvPr>
            <p:ph type="body" idx="1"/>
          </p:nvPr>
        </p:nvSpPr>
        <p:spPr>
          <a:xfrm>
            <a:off x="609600" y="1600200"/>
            <a:ext cx="10972800" cy="45262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P//////////"/>
              </a:ext>
            </a:extLst>
          </p:cNvSpPr>
          <p:nvPr>
            <p:ph type="dt" sz="quarter" idx="2"/>
          </p:nvPr>
        </p:nvSpPr>
        <p:spPr>
          <a:xfrm>
            <a:off x="609600" y="6356985"/>
            <a:ext cx="2844165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pPr/>
            <a:fld id="{1697F19C-D2FB-C207-B52F-2452BF614371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P//////////"/>
              </a:ext>
            </a:extLst>
          </p:cNvSpPr>
          <p:nvPr>
            <p:ph type="ftr" sz="quarter" idx="3"/>
          </p:nvPr>
        </p:nvSpPr>
        <p:spPr>
          <a:xfrm>
            <a:off x="4166235" y="6356985"/>
            <a:ext cx="385953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ctr">
              <a:defRPr sz="1200" cap="none"/>
            </a:lvl1pPr>
          </a:lstStyle>
          <a:p>
            <a:pPr/>
            <a:r>
              <a:t/>
            </a:r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P//////////"/>
              </a:ext>
            </a:extLst>
          </p:cNvSpPr>
          <p:nvPr>
            <p:ph type="sldNum" sz="quarter" idx="4"/>
          </p:nvPr>
        </p:nvSpPr>
        <p:spPr>
          <a:xfrm>
            <a:off x="8738235" y="6356985"/>
            <a:ext cx="2844165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pPr/>
            <a:fld id="{16979CA5-EBFB-C26A-B52F-1D3FD2614348}" type="slidenum">
              <a:t/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1pPr>
      <a:lvl2pPr marL="457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2pPr>
      <a:lvl3pPr marL="914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3pPr>
      <a:lvl4pPr marL="1371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4pPr>
      <a:lvl5pPr marL="18288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5pPr>
      <a:lvl6pPr marL="22860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6pPr>
      <a:lvl7pPr marL="2743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7pPr>
      <a:lvl8pPr marL="3200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8pPr>
      <a:lvl9pPr marL="3657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9pPr>
    </p:titleStyle>
    <p:bodyStyle>
      <a:lvl1pPr marL="342900" marR="0" indent="-3429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1pPr>
      <a:lvl2pPr marL="742950" marR="0" indent="-28575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2pPr>
      <a:lvl3pPr marL="11430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3pPr>
      <a:lvl4pPr marL="16002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4pPr>
      <a:lvl5pPr marL="20574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5pPr>
      <a:lvl6pPr marL="25146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6pPr>
      <a:lvl7pPr marL="29718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7pPr>
      <a:lvl8pPr marL="34290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8pPr>
      <a:lvl9pPr marL="38862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9pPr>
    </p:bodyStyle>
    <p:otherStyle>
      <a:lvl1pPr marL="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1pPr>
      <a:lvl2pPr marL="457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2pPr>
      <a:lvl3pPr marL="914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3pPr>
      <a:lvl4pPr marL="1371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4pPr>
      <a:lvl5pPr marL="18288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5pPr>
      <a:lvl6pPr marL="22860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6pPr>
      <a:lvl7pPr marL="2743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7pPr>
      <a:lvl8pPr marL="3200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8pPr>
      <a:lvl9pPr marL="3657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UAABoNAABgRQAAJhYAAAAAAAAmAAAACAAAAAEAAAAAAAAA"/>
              </a:ext>
            </a:extLst>
          </p:cNvSpPr>
          <p:nvPr>
            <p:ph type="ctrTitle"/>
          </p:nvPr>
        </p:nvSpPr>
        <p:spPr>
          <a:xfrm>
            <a:off x="914400" y="2129790"/>
            <a:ext cx="10363200" cy="1470660"/>
          </a:xfrm>
        </p:spPr>
        <p:txBody>
          <a:bodyPr/>
          <a:lstStyle/>
          <a:p>
            <a:pPr/>
            <a:r>
              <a:t>Level 3 File 2</a:t>
            </a:r>
          </a:p>
        </p:txBody>
      </p:sp>
      <p:sp>
        <p:nvSpPr>
          <p:cNvPr id="3" name="SlideSubtitle1"/>
          <p:cNvSpPr>
            <a:spLocks noGrp="1" noChangeArrowheads="1"/>
            <a:extLst>
              <a:ext uri="smNativeData">
                <pr:smNativeData xmlns:pr="smNativeData" xmlns="smNativeData" val="SMDATA_15_3wsE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QAsAAOgXAADAPwAAsCIAABAAAAAmAAAACAAAAAAAAAAAAAAA"/>
              </a:ext>
            </a:extLst>
          </p:cNvSpPr>
          <p:nvPr>
            <p:ph type="subTitle" idx="1"/>
          </p:nvPr>
        </p:nvSpPr>
        <p:spPr/>
        <p:txBody>
          <a:bodyPr/>
          <a:lstStyle/>
          <a:p>
            <a:p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535379"/>
      </a:accent3>
      <a:accent4>
        <a:srgbClr val="737359"/>
      </a:accent4>
      <a:accent5>
        <a:srgbClr val="939339"/>
      </a:accent5>
      <a:accent6>
        <a:srgbClr val="B3B319"/>
      </a:accent6>
      <a:hlink>
        <a:srgbClr val="009999"/>
      </a:hlink>
      <a:folHlink>
        <a:srgbClr val="99CC00"/>
      </a:folHlink>
    </a:clrScheme>
    <a:fontScheme name="Presentation">
      <a:majorFont>
        <a:latin typeface="Calibri"/>
        <a:ea typeface="SimSun"/>
        <a:cs typeface="Times New Roman"/>
      </a:majorFont>
      <a:minorFont>
        <a:latin typeface="Calibri"/>
        <a:ea typeface="SimSun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DF7986"/>
        </a:accent3>
        <a:accent4>
          <a:srgbClr val="BF59A6"/>
        </a:accent4>
        <a:accent5>
          <a:srgbClr val="9F39C6"/>
        </a:accent5>
        <a:accent6>
          <a:srgbClr val="7F19E6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ACACDF"/>
        </a:accent3>
        <a:accent4>
          <a:srgbClr val="9C9CBF"/>
        </a:accent4>
        <a:accent5>
          <a:srgbClr val="7C7C9F"/>
        </a:accent5>
        <a:accent6>
          <a:srgbClr val="5C5C7F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6DA6DF"/>
        </a:accent3>
        <a:accent4>
          <a:srgbClr val="4D86BF"/>
        </a:accent4>
        <a:accent5>
          <a:srgbClr val="2D669F"/>
        </a:accent5>
        <a:accent6>
          <a:srgbClr val="0D467F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53ACAC"/>
        </a:accent3>
        <a:accent4>
          <a:srgbClr val="738C8C"/>
        </a:accent4>
        <a:accent5>
          <a:srgbClr val="936C6C"/>
        </a:accent5>
        <a:accent6>
          <a:srgbClr val="B34C4C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6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6D8FA7"/>
        </a:accent3>
        <a:accent4>
          <a:srgbClr val="8DAF87"/>
        </a:accent4>
        <a:accent5>
          <a:srgbClr val="ADCF67"/>
        </a:accent5>
        <a:accent6>
          <a:srgbClr val="CDEF47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7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9E9980"/>
        </a:accent3>
        <a:accent4>
          <a:srgbClr val="7EB9A0"/>
        </a:accent4>
        <a:accent5>
          <a:srgbClr val="5EC9C0"/>
        </a:accent5>
        <a:accent6>
          <a:srgbClr val="3EE9E0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8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209020"/>
        </a:accent3>
        <a:accent4>
          <a:srgbClr val="407040"/>
        </a:accent4>
        <a:accent5>
          <a:srgbClr val="605060"/>
        </a:accent5>
        <a:accent6>
          <a:srgbClr val="80308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9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666A6B"/>
        </a:accent3>
        <a:accent4>
          <a:srgbClr val="864A8B"/>
        </a:accent4>
        <a:accent5>
          <a:srgbClr val="A62AAB"/>
        </a:accent5>
        <a:accent6>
          <a:srgbClr val="C60ACB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0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A07E88"/>
        </a:accent3>
        <a:accent4>
          <a:srgbClr val="C05E68"/>
        </a:accent4>
        <a:accent5>
          <a:srgbClr val="E03E48"/>
        </a:accent5>
        <a:accent6>
          <a:srgbClr val="FF1E28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1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8686DF"/>
        </a:accent3>
        <a:accent4>
          <a:srgbClr val="A6A6BF"/>
        </a:accent4>
        <a:accent5>
          <a:srgbClr val="C6C69F"/>
        </a:accent5>
        <a:accent6>
          <a:srgbClr val="E6E67F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2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8F7F4F"/>
        </a:accent3>
        <a:accent4>
          <a:srgbClr val="6F9F6F"/>
        </a:accent4>
        <a:accent5>
          <a:srgbClr val="4FBF8F"/>
        </a:accent5>
        <a:accent6>
          <a:srgbClr val="2FDFAF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willb</cp:lastModifiedBy>
  <cp:revision>0</cp:revision>
  <dcterms:created xsi:type="dcterms:W3CDTF">2025-04-19T20:47:21Z</dcterms:created>
  <dcterms:modified xsi:type="dcterms:W3CDTF">2025-04-19T20:47:27Z</dcterms:modified>
</cp:coreProperties>
</file>